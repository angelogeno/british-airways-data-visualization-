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0"/>
            <a:ext cx="64008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 ·  Passenger Sentiment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5486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2011680" cy="1097280"/>
          </a:xfrm>
          <a:prstGeom prst="rect">
            <a:avLst/>
          </a:prstGeom>
          <a:solidFill>
            <a:srgbClr val="16223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Reviews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2011680" cy="1097280"/>
          </a:xfrm>
          <a:prstGeom prst="rect">
            <a:avLst/>
          </a:prstGeom>
          <a:solidFill>
            <a:srgbClr val="16223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627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Metrics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286000"/>
            <a:ext cx="2011680" cy="1097280"/>
          </a:xfrm>
          <a:prstGeom prst="rect">
            <a:avLst/>
          </a:prstGeom>
          <a:solidFill>
            <a:srgbClr val="16223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Oct 2023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2286000"/>
            <a:ext cx="2011680" cy="1097280"/>
          </a:xfrm>
          <a:prstGeom prst="rect">
            <a:avLst/>
          </a:prstGeom>
          <a:solidFill>
            <a:srgbClr val="16223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NOT recommend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airlinequality.com  ·  Visualised with Tableau Public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average metrics shown across all 1,324 reviews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98448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011680" cy="7315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9961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6312" y="1298448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298448"/>
            <a:ext cx="2011680" cy="731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49961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496312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Staff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1298448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298448"/>
            <a:ext cx="201168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149961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672584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Comfort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1298448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1298448"/>
            <a:ext cx="201168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149961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848856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Service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017520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017520"/>
            <a:ext cx="20116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32004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96312" y="3017520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6312" y="3017520"/>
            <a:ext cx="20116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2496312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2496312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87752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72584" y="3017520"/>
            <a:ext cx="2011680" cy="15361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2584" y="3017520"/>
            <a:ext cx="20116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672584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4672584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64024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ba_reviews.csv  ·  1,324 rows  ×  19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3262579" cy="47548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19072"/>
            <a:ext cx="317113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Leisure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19779" y="1719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(33.7%)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838298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274685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Leisure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5498" y="2468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 (29.3%)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2311603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18688"/>
            <a:ext cx="222016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68803" y="32186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 (23.9%)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126553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68496"/>
            <a:ext cx="11740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Leisure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22730" y="39684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(13.1%)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2984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Type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719072"/>
            <a:ext cx="2998187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19072"/>
            <a:ext cx="290674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44507" y="1719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604 (45.6%)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2486907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23954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33227" y="2468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(37.8%)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218688"/>
            <a:ext cx="655233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218688"/>
            <a:ext cx="56379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01553" y="32186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(10.0%)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968496"/>
            <a:ext cx="431858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9684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8178" y="39684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(6.6%)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90288"/>
            <a:ext cx="8412480" cy="475488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5902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5902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572 (43.2%)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5902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752 (56.8%)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Single-screen interactive Tableau workbook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EBF4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KPI Summary Bar — 7 live metric averages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2011680" cy="2852928"/>
          </a:xfrm>
          <a:prstGeom prst="rect">
            <a:avLst/>
          </a:prstGeom>
          <a:solidFill>
            <a:srgbClr val="F0FDF4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1828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Filter Panel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(Metric, Date, Traveller, Aircraft, Seat Type)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993392"/>
            <a:ext cx="3383280" cy="2852928"/>
          </a:xfrm>
          <a:prstGeom prst="rect">
            <a:avLst/>
          </a:prstGeom>
          <a:solidFill>
            <a:srgbClr val="EFF6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084832"/>
            <a:ext cx="32004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Line Chart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 by Month 2016–2023)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07024" y="1993392"/>
            <a:ext cx="2871216" cy="2852928"/>
          </a:xfrm>
          <a:prstGeom prst="rect">
            <a:avLst/>
          </a:prstGeom>
          <a:solidFill>
            <a:srgbClr val="FFF7ED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8464" y="2084832"/>
            <a:ext cx="2688336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Choropleth Map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 avg by reviewer country)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919472"/>
            <a:ext cx="8412480" cy="137160"/>
          </a:xfrm>
          <a:prstGeom prst="rect">
            <a:avLst/>
          </a:prstGeom>
          <a:solidFill>
            <a:srgbClr val="F3E8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1947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Dual Bar Chart — Average metric + review count by aircraft type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filters apply across every chart simultaneously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98448"/>
            <a:ext cx="8412480" cy="6217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64008" cy="6217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533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Metric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371600" cy="2011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459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parameter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3120" y="1389888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all three charts between 7 rating dimensions at once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6217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11680"/>
            <a:ext cx="64008" cy="6217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0665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359152"/>
            <a:ext cx="1371600" cy="2011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59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slider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103120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data from March 2016 to October 2023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8412480" cy="6217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24912"/>
            <a:ext cx="64008" cy="62179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7797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072384"/>
            <a:ext cx="1371600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0723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03120" y="2816352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Business · Couple Leisure · Family Leisure · Solo Leisure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38144"/>
            <a:ext cx="8412480" cy="6217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38144"/>
            <a:ext cx="64008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493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(group)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785616"/>
            <a:ext cx="137160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785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529584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(All) or a specific aircraft family e.g. Boeing 787, A380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51376"/>
            <a:ext cx="8412480" cy="62179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51376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206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Type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498848"/>
            <a:ext cx="137160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498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03120" y="4242816"/>
            <a:ext cx="6492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Business Class · Economy Class · First Class · Premium Economy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British Airways service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264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Dissatisfied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 of reviewers would NOT recommend BA. Average overall rating is 4.3/10.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9844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264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1762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entertainment scores just 1.4/5 — the weakest metric by a wide margin.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129844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298448"/>
            <a:ext cx="274320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264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787 Leads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1762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787 tops Food &amp; Beverages at 3.2/5. Boeing 777 is lowest at 2.4/5.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8152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081528"/>
            <a:ext cx="2743200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2095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Staff Praised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95935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Staff Service (3.3/5) is the highest-rated dimension despite other complaints.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08152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081528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32095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3756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Decline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95935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trended lower from 2020 onward, coinciding with pandemic-era service cuts.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3081528"/>
            <a:ext cx="2743200" cy="1600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081528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32095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6364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Reviewers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95935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from dozens of countries; UK, USA, and Australia are top sources.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ba_reviews.csv — the 19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2918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·  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6276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review title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95681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2860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post 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151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615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country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443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aircraft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29443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type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traveller_type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2735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0273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seat_type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36027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class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931920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39319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→ Destination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261104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611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date_flown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4261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Month/year flown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590288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902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4590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261872"/>
            <a:ext cx="4023360" cy="32918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1261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·  Description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627632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6276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trip_verified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16276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status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956816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9568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195681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overall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286000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2860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seat_comfort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22860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615184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6151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cabin_staff_service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2615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2944368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9443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food_beverages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09360" y="29443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3273552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273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ground_service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09360" y="32735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602736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60273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value_for_money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36027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3931920"/>
            <a:ext cx="40233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931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entertainment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09360" y="39319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(-1=N/A)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4261104"/>
            <a:ext cx="402336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42611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09360" y="42611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text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2286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8686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1,324 reviews  ·  7 metrics  ·  Interactive Tableau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487168"/>
            <a:ext cx="3474720" cy="530352"/>
          </a:xfrm>
          <a:prstGeom prst="rect">
            <a:avLst/>
          </a:prstGeom>
          <a:solidFill>
            <a:srgbClr val="162233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 would not recommend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145536"/>
            <a:ext cx="3474720" cy="530352"/>
          </a:xfrm>
          <a:prstGeom prst="rect">
            <a:avLst/>
          </a:prstGeom>
          <a:solidFill>
            <a:srgbClr val="16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4553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4.3/10 avg overall rating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487168"/>
            <a:ext cx="3474720" cy="530352"/>
          </a:xfrm>
          <a:prstGeom prst="rect">
            <a:avLst/>
          </a:prstGeom>
          <a:solidFill>
            <a:srgbClr val="1622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48716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lowest at 1.4/5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3145536"/>
            <a:ext cx="3474720" cy="530352"/>
          </a:xfrm>
          <a:prstGeom prst="rect">
            <a:avLst/>
          </a:prstGeom>
          <a:solidFill>
            <a:srgbClr val="162233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4553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Staff highest at 3.3/5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  ·  British Airways Dashboard - 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2026-07-26T20:22:21Z</dcterms:created>
  <dcterms:modified xsi:type="dcterms:W3CDTF">2026-07-26T20:22:21Z</dcterms:modified>
</cp:coreProperties>
</file>